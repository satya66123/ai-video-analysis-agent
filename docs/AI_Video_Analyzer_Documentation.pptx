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Video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Documentation</a:t>
            </a:r>
          </a:p>
          <a:p>
            <a:r>
              <a:t>Author: Nekkanti Satya Srinath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Video Analyzer is an AI-powered application built with Python and Streamlit to automate video transcription, AI analysis, and report generation using Whisper, FFmpeg, and multiple AI providers.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automated video understanding, multi-provider AI support, speech-to-text transcription, AI-generated insights, and exportable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Streamlit, Whisper, FFmpeg, Ollama, OpenAI, Anthropic, Pytest, GitHub Actions, 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UI communicates with reusable services that process videos, audio, transcripts, and AI requests through a Provider Factory.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VideoService, AudioService, SpeechService, AIAnalysisService, ExportService, TranscriptService, ProviderFactory, Utilities.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upload, validation, audio extraction, transcription, AI summaries, key points, action items, multi-provider support, exports,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Layered Architecture, OOP, SOLID Principles, Factory Pattern, Dependency Injection, Separation of Concerns.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testing with Pytest and unittest.mock, automated CI using GitHub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Authentication, Docker, Cloud deployment, OCR, Speaker diarization, Batch processing, Analytics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practical AI integration, clean architecture, multimedia processing, testing, CI/CD, and technical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