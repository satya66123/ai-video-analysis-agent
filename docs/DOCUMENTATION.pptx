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Video Analysis Agent</a:t>
            </a:r>
          </a:p>
          <a:p>
            <a:r>
              <a:t>Documentation</a:t>
            </a:r>
          </a:p>
          <a:p>
            <a:r>
              <a:t>Version 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document provides an overview of the AI Video Analysis Agent and its capabilities.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application automates video processing, transcription, AI analysis, reporting, and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follows an Agent → Service → Provider architecture for modularity.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modules include Agents, Services, Providers, Utilities, UI, and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 Upload → Metadata → Audio → Transcript → Analysis → Chat → Report → Export.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dependencies, configure providers, and launch using Streamlit.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includes 531 passing automated tests using Pytest.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documentation includes API, Architecture, Workflow, User Guide, Security, FAQ, and more.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using AI Video Analysis Agent.</a:t>
            </a:r>
          </a:p>
          <a:p>
            <a:r>
              <a:t>Happy Coding!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