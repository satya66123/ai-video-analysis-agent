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Video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Notes</a:t>
            </a:r>
          </a:p>
          <a:p>
            <a:r>
              <a:t>Author: Nekkanti Satya Srinath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Video Analyzer is an AI-powered application built using Python and Streamlit that automates video transcription, AI analysis, and report generation using Whisper, FFmpeg, and multiple AI providers.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video understanding; Support multiple AI providers; Generate summaries and insights; Export reports; Demonstrate clean software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Streamlit, Whisper, FFmpeg, Ollama, OpenAI, Anthropic, Pytest, GitHub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Video upload, audio extraction, transcription, AI analysis, summaries, key points, action items, exports, logging, and progress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Layered architecture: Streamlit UI → Services → Provider Factory → AI Providers.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OOP, SOLID Principles, Factory Pattern, Dependency Injection, Clean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Pytest, unittest.mock, unit testing, provider testing, GitHub Actions 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AI providers, long video processing, transcript management, export generation.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Authentication, Docker, Cloud deployment, OCR, Speaker diarization, Batch processing.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practical AI integration, multimedia processing, software architecture, testing, CI/CD, and documentation.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