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Video Analysis Agent</a:t>
            </a:r>
          </a:p>
          <a:p>
            <a:r>
              <a:t>Project Notes</a:t>
            </a:r>
          </a:p>
          <a:p>
            <a:r>
              <a:t>Version 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Video Analysis Agent is a modular Streamlit application for AI-powered video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modular architecture, automate video analysis, support multiple AI providers, generate reports and exports.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 → Service → Provider architecture separates workflow, business logic, and AI integrations.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→ Metadata → Audio → Transcript → AI Analysis → Chat → Report → Export.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Agents, Services, Providers, UI, Utilities, Workflows, Tests, Documentation.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includes 531 passing automated tests using Pytest.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documentation covers API, architecture, installation, workflow, testing, security, and user guides.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OCR, REST API, Docker, Authentication, Cloud Deployment, Database.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using AI Video Analysis Agent.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